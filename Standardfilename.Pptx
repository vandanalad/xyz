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45" d="100"/>
          <a:sy n="45" d="100"/>
        </p:scale>
        <p:origin x="666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0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3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3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7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9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0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7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7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4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D2C5D-3137-4D3F-A1B4-180126A663C7}" type="datetimeFigureOut">
              <a:rPr lang="en-US" smtClean="0"/>
              <a:t>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097DF-9123-410A-88A9-3F569B6F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7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Standard </a:t>
            </a:r>
            <a:r>
              <a:rPr lang="en-US" smtClean="0"/>
              <a:t>File name File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0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Standard File name File</vt:lpstr>
    </vt:vector>
  </TitlesOfParts>
  <Company>Deloitte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File name File</dc:title>
  <dc:creator>Gandrakota, Naveen Sai</dc:creator>
  <cp:lastModifiedBy>Gandrakota, Naveen Sai</cp:lastModifiedBy>
  <cp:revision>1</cp:revision>
  <dcterms:created xsi:type="dcterms:W3CDTF">2017-01-13T04:23:41Z</dcterms:created>
  <dcterms:modified xsi:type="dcterms:W3CDTF">2017-01-13T04:24:05Z</dcterms:modified>
</cp:coreProperties>
</file>